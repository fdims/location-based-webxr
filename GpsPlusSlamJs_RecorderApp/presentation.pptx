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E676"/>
                </a:solidFill>
              </a:rPr>
              <a:t>Accurate Measurements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00E676"/>
                </a:solidFill>
              </a:rPr>
              <a:t>in AR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32004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B949E"/>
                </a:solidFill>
              </a:rPr>
              <a:t>Software Lab - Final Presentation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0" y="4114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Team 7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Fachrial Dimas Putra Perdana &amp; Célien Grozel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Motivation &amp; Use Cases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E676"/>
                </a:solidFill>
              </a:rPr>
              <a:t>The Core Problem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1D9"/>
                </a:solidFill>
              </a:rPr>
              <a:t>Existing reference points require physically walking the phone to the landmark. We needed a way to mark points in 3D space that cannot be physically touched (e.g., across the street).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3840480" cy="1371600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Short Range (Depth-Dominated):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Target is a few meters away. Depth map is reliable. Single well-aimed ray + depth pins the point down.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754880" y="3200400"/>
            <a:ext cx="3840480" cy="1371600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Long Range (Parallax-Dominated):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Target is 100-200m away. Depth is useless. Walk sideways to build a wide baseline, triangulating via multiple rays.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The Evolution (Before vs After)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3840480" cy="3200400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5252"/>
                </a:solidFill>
              </a:rPr>
              <a:t>Before: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5252"/>
                </a:solidFill>
              </a:rPr>
              <a:t>- No integrated remote measurement workflow.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5252"/>
                </a:solidFill>
              </a:rPr>
              <a:t>- Users lacked feedback on measurement accuracy.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5252"/>
                </a:solidFill>
              </a:rPr>
              <a:t>- Invisible rays &amp; buggy coordinate conversions.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5252"/>
                </a:solidFill>
              </a:rPr>
              <a:t>- Replay mode lacked safeguards.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5252"/>
                </a:solidFill>
              </a:rPr>
              <a:t>- Ghost dots at [0,0,0] origin.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54880" y="1371600"/>
            <a:ext cx="3840480" cy="3200400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E676"/>
                </a:solidFill>
              </a:rPr>
              <a:t>After (NEW):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E676"/>
                </a:solidFill>
              </a:rPr>
              <a:t>- Active Baseline Coaching.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E676"/>
                </a:solidFill>
              </a:rPr>
              <a:t>- Visual uncertainty feedback (Yellow Spheres).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E676"/>
                </a:solidFill>
              </a:rPr>
              <a:t>- Solid Green &amp; Orange dots marking the point.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E676"/>
                </a:solidFill>
              </a:rPr>
              <a:t>- Robust MSAC solver triangulation.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E676"/>
                </a:solidFill>
              </a:rPr>
              <a:t>- Scrubbing, paused start, safe replays.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E676"/>
                </a:solidFill>
              </a:rPr>
              <a:t>- Fixed invisible rays, FPS mode enabled.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Technical Architecture Deep Dive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3840480" cy="1371600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1. Pure Estimator Math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CPA solver with RANSAC robust outlier rejection. Depth as soft prior.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54880" y="1371600"/>
            <a:ext cx="3840480" cy="1371600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2. Redux State &amp; Persistence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Persists via library store for deterministic replay.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3840480" cy="1371600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3. Aiming &amp; AR Capture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Device-forward axis crosshair; unprojects pixel via camera intrinsics.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754880" y="2926080"/>
            <a:ext cx="3840480" cy="1371600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4. Dual-Frame Visualization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Solved in AR-local frame, stored in both AR and GPS.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User Workflow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1. Aim &amp; Shoot: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Align crosshair or tap target to capture the first ray.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2. Build Parallax: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Follow coaching prompts to 'move sideways'.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3. Observe &amp; Refine: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Watch provisional yellow sphere solidify.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4. Confirm &amp; Save: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Tap confirm. Point is saved as persistent Green/Orange dots.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Development Process &amp; Challenges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3840480" cy="2743200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1D9"/>
                </a:solidFill>
              </a:rPr>
              <a:t>Timeline: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9D1D9"/>
                </a:solidFill>
              </a:rPr>
              <a:t>- Learn framework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9D1D9"/>
                </a:solidFill>
              </a:rPr>
              <a:t>- Plan &amp; AI review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9D1D9"/>
                </a:solidFill>
              </a:rPr>
              <a:t>- Prototype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9D1D9"/>
                </a:solidFill>
              </a:rPr>
              <a:t>- Integration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9D1D9"/>
                </a:solidFill>
              </a:rPr>
              <a:t>- Testing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754880" y="1371600"/>
            <a:ext cx="3840480" cy="2743200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9100"/>
                </a:solidFill>
              </a:rPr>
              <a:t>Challenges: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9100"/>
                </a:solidFill>
              </a:rPr>
              <a:t>- Closest-point-of-approach triangulation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9100"/>
                </a:solidFill>
              </a:rPr>
              <a:t>- Depth as a weighted prior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9100"/>
                </a:solidFill>
              </a:rPr>
              <a:t>- Outlier rejection (RANSAC)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9100"/>
                </a:solidFill>
              </a:rPr>
              <a:t>- Coordinate transformations (AR &lt;-&gt; GPS)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Results &amp; Lessons Learned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3840480" cy="2743200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E676"/>
                </a:solidFill>
              </a:rPr>
              <a:t>Final Implementation: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E676"/>
                </a:solidFill>
              </a:rPr>
              <a:t>- Measurement workflow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E676"/>
                </a:solidFill>
              </a:rPr>
              <a:t>- Visualization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E676"/>
                </a:solidFill>
              </a:rPr>
              <a:t>- Persistent storage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E676"/>
                </a:solidFill>
              </a:rPr>
              <a:t>- Enhanced Replay support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754880" y="1371600"/>
            <a:ext cx="3840480" cy="2743200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Lessons Learned: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- Component-based design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- Planning before coding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- AI as reviewer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- Building in existing codebase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Summary &amp; Questions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E676"/>
                </a:solidFill>
              </a:rPr>
              <a:t>Remote measurement points | AR triangulation | Depth fusion | Recorder integration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Questions?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Software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Accurate Measurements in AR</dc:title>
  <dc:subject>PptxGenJS Presentation</dc:subject>
  <dc:creator>Team 7</dc:creator>
  <cp:lastModifiedBy>Team 7</cp:lastModifiedBy>
  <cp:revision>1</cp:revision>
  <dcterms:created xsi:type="dcterms:W3CDTF">2026-09-23T17:05:49Z</dcterms:created>
  <dcterms:modified xsi:type="dcterms:W3CDTF">2026-09-23T17:05:49Z</dcterms:modified>
</cp:coreProperties>
</file>